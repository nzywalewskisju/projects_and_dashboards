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Slab" panose="020F0502020204030204" pitchFamily="2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237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755c07e4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755c07e4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755c07e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755c07e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55c07e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755c07e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8cb3374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8cb33744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755c07e4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755c07e4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8cb33744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8cb33744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e879c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e879c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8cb33744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8cb33744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8cb33744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8cb33744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55c07e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55c07e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755c07e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755c07e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755c07e4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755c07e4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rgbClr val="274E1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janitor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rdocumentation.org/packages/janitor/versions/2.2.1" TargetMode="External"/><Relationship Id="rId4" Type="http://schemas.openxmlformats.org/officeDocument/2006/relationships/hyperlink" Target="https://cran.r-project.org/web/packages/janitor/vignettes/janitor.html#clean-dataframe-names-with-clean_nam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“janitor” Package in R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Meadow Monticello</a:t>
            </a:r>
            <a:endParaRPr sz="27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Nick Zywalewski</a:t>
            </a:r>
            <a:endParaRPr sz="27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875" y="128925"/>
            <a:ext cx="2076974" cy="1753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1</a:t>
            </a:fld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/>
              <a:t>Presentation Outline</a:t>
            </a:r>
            <a:endParaRPr sz="342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" sz="3300"/>
              <a:t>Package overview</a:t>
            </a:r>
            <a:endParaRPr sz="33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" sz="3300"/>
              <a:t>Our data set</a:t>
            </a:r>
            <a:endParaRPr sz="33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" sz="3300"/>
              <a:t>Implementation in R</a:t>
            </a:r>
            <a:endParaRPr sz="3300"/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" sz="3300"/>
              <a:t>Takeaways and our experience with data cleaning </a:t>
            </a:r>
            <a:endParaRPr sz="330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778" y="246628"/>
            <a:ext cx="2601150" cy="26011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4" name="Google Shape;74;p14"/>
          <p:cNvSpPr txBox="1"/>
          <p:nvPr/>
        </p:nvSpPr>
        <p:spPr>
          <a:xfrm>
            <a:off x="5564300" y="2847775"/>
            <a:ext cx="3194100" cy="1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OoOOoOo! What’s that?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2</a:t>
            </a:fld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“janitor” package?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8368200" cy="3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5388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818"/>
              <a:t>Published on 12-22 (Meadow’s birthday) -2024 and created by Sam Firke</a:t>
            </a:r>
            <a:endParaRPr sz="2818"/>
          </a:p>
          <a:p>
            <a:pPr marL="457200" lvl="0" indent="-35388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818"/>
              <a:t>Cleaning </a:t>
            </a:r>
            <a:endParaRPr sz="28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Parses, appends, converts symbols, and (adds/removes) spaces</a:t>
            </a:r>
            <a:endParaRPr sz="24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Removing of empty rows/columns and columns with constant values</a:t>
            </a:r>
            <a:endParaRPr sz="24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Converting date formats</a:t>
            </a:r>
            <a:endParaRPr sz="2418"/>
          </a:p>
          <a:p>
            <a:pPr marL="457200" lvl="0" indent="-35388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818"/>
              <a:t>Exploring </a:t>
            </a:r>
            <a:endParaRPr sz="28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Search records for duplicates and specific value combinations</a:t>
            </a:r>
            <a:endParaRPr sz="24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Inspect one-to-one relationships</a:t>
            </a:r>
            <a:endParaRPr sz="24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Building tables</a:t>
            </a:r>
            <a:endParaRPr sz="2418"/>
          </a:p>
          <a:p>
            <a:pPr marL="914400" lvl="1" indent="-33610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418"/>
              <a:t>Count factor levels</a:t>
            </a:r>
            <a:endParaRPr sz="2418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490450" y="175875"/>
            <a:ext cx="2422800" cy="1250400"/>
          </a:xfrm>
          <a:prstGeom prst="rect">
            <a:avLst/>
          </a:prstGeom>
          <a:solidFill>
            <a:srgbClr val="C9DAF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clean_names()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tabyl()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get_dupes()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get_one_to_one()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425" y="3270125"/>
            <a:ext cx="1444825" cy="16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888" y="4540328"/>
            <a:ext cx="6285175" cy="4757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3</a:t>
            </a:fld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Set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50" y="1413875"/>
            <a:ext cx="8940902" cy="27605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326800"/>
            <a:ext cx="8839204" cy="582662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Package with Data Set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6355250" y="347000"/>
            <a:ext cx="23133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janitor package be like…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250" y="746289"/>
            <a:ext cx="2313300" cy="3778411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5</a:t>
            </a:fld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Cleaning: Column Names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t="35922"/>
          <a:stretch/>
        </p:blipFill>
        <p:spPr>
          <a:xfrm>
            <a:off x="611275" y="1594225"/>
            <a:ext cx="7921450" cy="14623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" name="Google Shape;108;p18"/>
          <p:cNvSpPr txBox="1"/>
          <p:nvPr/>
        </p:nvSpPr>
        <p:spPr>
          <a:xfrm>
            <a:off x="641400" y="3270125"/>
            <a:ext cx="78612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cleans the column names of our dataset, ensuring that there are no funky symbols or spaces in them.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Notice how the output will utilize underscores to fix this.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6</a:t>
            </a:fld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Cleaning: Dropping Empty Rows and Columns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25" y="1358051"/>
            <a:ext cx="8181977" cy="14659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6" name="Google Shape;116;p19"/>
          <p:cNvSpPr txBox="1"/>
          <p:nvPr/>
        </p:nvSpPr>
        <p:spPr>
          <a:xfrm>
            <a:off x="481038" y="3123118"/>
            <a:ext cx="81819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Here, we remove empty rows and columns.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Notice how there is one row and one column that get dropped after this cleaning step.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10X15 → 9X14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6568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Cleaning: Removing Columns with Constant Values</a:t>
            </a:r>
            <a:endParaRPr/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00" y="1529601"/>
            <a:ext cx="8181974" cy="12294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4" name="Google Shape;124;p20"/>
          <p:cNvSpPr txBox="1"/>
          <p:nvPr/>
        </p:nvSpPr>
        <p:spPr>
          <a:xfrm>
            <a:off x="481025" y="2759068"/>
            <a:ext cx="81819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everyone paid with a credit card, notice how “Payment Method” is no longer in our list of column names.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Exploring: Duplicates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t="26634" b="38237"/>
          <a:stretch/>
        </p:blipFill>
        <p:spPr>
          <a:xfrm>
            <a:off x="254525" y="1485700"/>
            <a:ext cx="8769601" cy="9645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2" name="Google Shape;132;p21"/>
          <p:cNvSpPr txBox="1"/>
          <p:nvPr/>
        </p:nvSpPr>
        <p:spPr>
          <a:xfrm>
            <a:off x="254525" y="2571750"/>
            <a:ext cx="8368200" cy="13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Here, we are taking a look at rows that have similar data in them. In this particular example. We are examining which customers placed multiple orders.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Notice how the output allows us to see all of the details in these cases.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9</a:t>
            </a:fld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Exploring: Table Creation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50000"/>
          <a:stretch/>
        </p:blipFill>
        <p:spPr>
          <a:xfrm>
            <a:off x="326875" y="1393366"/>
            <a:ext cx="8656050" cy="1078953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t="50000"/>
          <a:stretch/>
        </p:blipFill>
        <p:spPr>
          <a:xfrm>
            <a:off x="316317" y="2664424"/>
            <a:ext cx="8656050" cy="10789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1" name="Google Shape;141;p22"/>
          <p:cNvSpPr txBox="1"/>
          <p:nvPr/>
        </p:nvSpPr>
        <p:spPr>
          <a:xfrm>
            <a:off x="423325" y="4150275"/>
            <a:ext cx="84399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54650" y="3900570"/>
            <a:ext cx="86178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Here, we are building tables consistent with what variable(s) we are interested in. One-way and two-way tables help us see relationships between variables and to quickly count frequencies, compare groups, and identify patterns in the data.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Experience and Takeaways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DSS 416, Data Wrangling and Visualization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 Y Alegría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DSS 420, Data Mining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DSC 225, Data Science of Sports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 470, Statistics in Research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classes all dealt with filthy data. Utilizing “janitor” would have helped tremendously. I am curious if there exists similar packages in Python and if so how they might differ. </a:t>
            </a:r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371600" lvl="0" indent="-35163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 u="sng">
                <a:solidFill>
                  <a:schemeClr val="hlink"/>
                </a:solidFill>
                <a:hlinkClick r:id="rId3"/>
              </a:rPr>
              <a:t>https://cran.r-project.org/web/packages/janitor/index.html</a:t>
            </a:r>
            <a:r>
              <a:rPr lang="en" sz="2500"/>
              <a:t> </a:t>
            </a:r>
            <a:endParaRPr sz="2500"/>
          </a:p>
          <a:p>
            <a:pPr marL="1371600" marR="0" lvl="0" indent="-3516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 u="sng">
                <a:solidFill>
                  <a:schemeClr val="hlink"/>
                </a:solidFill>
                <a:hlinkClick r:id="rId4"/>
              </a:rPr>
              <a:t>https://cran.r-project.org/web/packages/janitor/vignettes/janitor.html#clean-dataframe-names-with-clean_names</a:t>
            </a:r>
            <a:endParaRPr sz="2500" u="sng">
              <a:solidFill>
                <a:schemeClr val="hlink"/>
              </a:solidFill>
            </a:endParaRPr>
          </a:p>
          <a:p>
            <a:pPr marL="1371600" marR="0" lvl="0" indent="-3516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 u="sng">
                <a:solidFill>
                  <a:schemeClr val="hlink"/>
                </a:solidFill>
                <a:hlinkClick r:id="rId5"/>
              </a:rPr>
              <a:t>https://www.rdocumentation.org/packages/janitor/versions/2.2.1</a:t>
            </a:r>
            <a:r>
              <a:rPr lang="en" sz="2500" u="sng">
                <a:solidFill>
                  <a:schemeClr val="hlink"/>
                </a:solidFill>
              </a:rPr>
              <a:t> </a:t>
            </a:r>
            <a:endParaRPr sz="2500" u="sng">
              <a:solidFill>
                <a:schemeClr val="hlink"/>
              </a:solidFill>
            </a:endParaRPr>
          </a:p>
          <a:p>
            <a:pPr marL="1371600" marR="0" lvl="0" indent="-35163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 u="sng">
                <a:solidFill>
                  <a:schemeClr val="hlink"/>
                </a:solidFill>
              </a:rPr>
              <a:t>https://www.r-bloggers.com/2024/08/top-25-r-packages-you-need-to-learn-in-2024/</a:t>
            </a:r>
            <a:endParaRPr sz="2500" u="sng">
              <a:solidFill>
                <a:schemeClr val="hlink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>
              <a:solidFill>
                <a:schemeClr val="hlink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hlink"/>
                </a:solidFill>
              </a:rPr>
              <a:t>Also the “help” function came in handy!</a:t>
            </a:r>
            <a:endParaRPr>
              <a:solidFill>
                <a:schemeClr val="hlink"/>
              </a:solidFill>
            </a:endParaRPr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Thank you!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400" y="1108577"/>
            <a:ext cx="3812599" cy="2795374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4" name="Google Shape;164;p25"/>
          <p:cNvSpPr txBox="1"/>
          <p:nvPr/>
        </p:nvSpPr>
        <p:spPr>
          <a:xfrm>
            <a:off x="5109400" y="3903950"/>
            <a:ext cx="4256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Oscar the Grouch when the data isn’t clean. JK he loves the grime.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1470250" y="3363250"/>
            <a:ext cx="20082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scram!!!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13</a:t>
            </a:fld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PresentationFormat>On-screen Show (16:9)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</vt:lpstr>
      <vt:lpstr>Arial</vt:lpstr>
      <vt:lpstr>Roboto Slab</vt:lpstr>
      <vt:lpstr>Courier New</vt:lpstr>
      <vt:lpstr>Marina</vt:lpstr>
      <vt:lpstr>“janitor” Package in R</vt:lpstr>
      <vt:lpstr>Presentation Outline</vt:lpstr>
      <vt:lpstr>What is the “janitor” package?</vt:lpstr>
      <vt:lpstr>The Data Set</vt:lpstr>
      <vt:lpstr>Implementation of Package with Data Set</vt:lpstr>
      <vt:lpstr>Cleaning: Column Names</vt:lpstr>
      <vt:lpstr>Cleaning: Dropping Empty Rows and Columns</vt:lpstr>
      <vt:lpstr>Cleaning: Removing Columns with Constant Values</vt:lpstr>
      <vt:lpstr>Exploring: Duplicates</vt:lpstr>
      <vt:lpstr>Exploring: Table Creation</vt:lpstr>
      <vt:lpstr>Our Experience and Takeaways</vt:lpstr>
      <vt:lpstr>References</vt:lpstr>
      <vt:lpstr>Any questions?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Nick Zywalewski</cp:lastModifiedBy>
  <cp:revision>1</cp:revision>
  <dcterms:modified xsi:type="dcterms:W3CDTF">2025-11-07T01:38:22Z</dcterms:modified>
</cp:coreProperties>
</file>